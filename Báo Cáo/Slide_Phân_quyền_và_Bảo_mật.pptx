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Kiến trúc Phân quyền &amp; Bảo mật Hệ thống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Thiết kế phòng thủ (Defense in Depth)</a:t>
            </a:r>
          </a:p>
          <a:p>
            <a:r>
              <a:t>Quản lý Rủi ro trong Hệ thống Giáo dục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Phân quyền Người dùng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Học sinh: Read-only (lộ trình), Create (tương tác)</a:t>
            </a:r>
          </a:p>
          <a:p>
            <a:r>
              <a:t>Giáo viên: Quản lý học sinh, quản lý nội dung (ngân hàng câu hỏi)</a:t>
            </a:r>
          </a:p>
          <a:p>
            <a:r>
              <a:t>Quản trị viên (Admin): Full quyền CRUD toàn hệ thống</a:t>
            </a:r>
          </a:p>
          <a:p>
            <a:r>
              <a:t>Hệ thống AI (Tutor/Engine): Chạy trong Sandbox, cập nhật điểm, không có quyền xóa dữ liệu.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Cơ chế Xử lý Lỗi (Error Handling)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Fall-back Mechanism (Graceful Degradation): LLM sập -&gt; Chuyển sang gợi ý tĩnh.</a:t>
            </a:r>
          </a:p>
          <a:p>
            <a:r>
              <a:t>Database Rollback: Đảm bảo tính toàn vẹn của Elo Rating.</a:t>
            </a:r>
          </a:p>
          <a:p>
            <a:r>
              <a:t>Masking Errors: Không ném Exception/Stack Trace ra giao diện người dùng.</a:t>
            </a:r>
          </a:p>
          <a:p>
            <a:r>
              <a:t>Centralized Logging: Ghi nhận lỗi bí mật vào Sentry để DEV xử lý.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Tư duy Phòng thủ Bảo mật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 &amp; XSS: Sử dụng ORM và Frontend Escaping mặc định.</a:t>
            </a:r>
          </a:p>
          <a:p>
            <a:r>
              <a:t>Rate Limiting: Chống DDoS, chặn spam request lên API Chat AI gây tốn kém server.</a:t>
            </a:r>
          </a:p>
          <a:p>
            <a:r>
              <a:t>Privilege Escalation: JWT Validation nghiêm ngặt, Verify Role ở mọi API Backend.</a:t>
            </a:r>
          </a:p>
          <a:p>
            <a:r>
              <a:t>Prompt Injection (AI Hack): Filter chặt chẽ System Prompt, không để user 'lừa' AI giải bài thi.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