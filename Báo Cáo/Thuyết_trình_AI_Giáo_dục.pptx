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Hệ thống AI Cá Nhân Hóa Học Tập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Giải pháp giáo dục của tương lai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Tính năng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Theo dõi tiến độ học tập thời gian thực</a:t>
            </a:r>
          </a:p>
          <a:p>
            <a:r>
              <a:t>Đề xuất bài tập theo năng lực</a:t>
            </a:r>
          </a:p>
          <a:p>
            <a:r>
              <a:t>Báo cáo phân tích cho giáo viên và phụ huynh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